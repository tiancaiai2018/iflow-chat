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94560"/>
                </a:solidFill>
              </a:rPr>
              <a:t>刻晴 - 霆霓快雨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Genshin Impact - Keqing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2D2FF"/>
                </a:solidFill>
              </a:rPr>
              <a:t>璃月七星 · 玉衡星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807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4560"/>
                </a:solidFill>
              </a:rPr>
              <a:t>角色简介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2D2FF"/>
                </a:solidFill>
              </a:rPr>
              <a:t>称号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霆霓快雨 · 玉衡星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2D2FF"/>
                </a:solidFill>
              </a:rPr>
              <a:t>所属地区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璃月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2D2FF"/>
                </a:solidFill>
              </a:rPr>
              <a:t>神之眼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雷元素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2D2FF"/>
                </a:solidFill>
              </a:rPr>
              <a:t>武器类型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单手剑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2D2FF"/>
                </a:solidFill>
              </a:rPr>
              <a:t>稀有度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5星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840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2D2FF"/>
                </a:solidFill>
              </a:rPr>
              <a:t>生日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114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11月20日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389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2D2FF"/>
                </a:solidFill>
              </a:rPr>
              <a:t>中文CV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谢莹</a:t>
            </a:r>
            <a:endParaRPr lang="en-US" sz="1400" dirty="0"/>
          </a:p>
        </p:txBody>
      </p:sp>
      <p:pic>
        <p:nvPicPr>
          <p:cNvPr id="18" name="Image 0" descr="/root/.iflow-bot/workspace/mybot/ppt/images/keqin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74320"/>
            <a:ext cx="3657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背景故事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2D2FF"/>
                </a:solidFill>
              </a:rPr>
              <a:t>璃月七星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刻晴是璃月七星之一，担任玉衡星一职。她对「帝君一言而决的璃月」颇有微词，但实际上，神明非常欣赏她这样的人。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2D2FF"/>
                </a:solidFill>
              </a:rPr>
              <a:t>理念与追求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她坚信与人类命运相关的事，应当由人类去做，而且人类一定可以做得更好。这种激进的观念让她成为璃月变革的先驱者。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2D2FF"/>
                </a:solidFill>
              </a:rPr>
              <a:t>工作态度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身为璃月七星，刻晴是个不折不扣的行动派。如果一件事在她看来有价值、有必要，她一定会亲力亲为。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2D2FF"/>
                </a:solidFill>
              </a:rPr>
              <a:t>经典语录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「帝君已经守护了璃月千年，但下一个千年，十个千年，一百个千年，也会是如此吗？」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技能介绍 - 元素战技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743200" cy="3474720"/>
          </a:xfrm>
          <a:prstGeom prst="roundRect">
            <a:avLst>
              <a:gd name="adj" fmla="val 3333"/>
            </a:avLst>
          </a:prstGeom>
          <a:solidFill>
            <a:srgbClr val="16213E"/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3474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97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</a:rPr>
              <a:t>星斗归位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2D2FF"/>
                </a:solidFill>
              </a:rPr>
              <a:t>元素战技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迅速投出雷楔，以疾雷之势歼敌。雷楔命中时会对小范围内的敌人造成雷元素伤害。再次施放可瞬移到标记处进行斩击。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743200" cy="3474720"/>
          </a:xfrm>
          <a:prstGeom prst="roundRect">
            <a:avLst>
              <a:gd name="adj" fmla="val 3333"/>
            </a:avLst>
          </a:prstGeom>
          <a:solidFill>
            <a:srgbClr val="16213E"/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005840"/>
            <a:ext cx="73152" cy="3474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097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</a:rPr>
              <a:t>重击·雷暴连斩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1508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2D2FF"/>
                </a:solidFill>
              </a:rPr>
              <a:t>派生技能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29000" y="182880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在雷楔存在期间施展重击，会在标记处引发雷暴连斩，造成数次雷元素范围伤害。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743200" cy="3474720"/>
          </a:xfrm>
          <a:prstGeom prst="roundRect">
            <a:avLst>
              <a:gd name="adj" fmla="val 3333"/>
            </a:avLst>
          </a:prstGeom>
          <a:solidFill>
            <a:srgbClr val="16213E"/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005840"/>
            <a:ext cx="73152" cy="3474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097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</a:rPr>
              <a:t>抵天雷罚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1508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2D2FF"/>
                </a:solidFill>
              </a:rPr>
              <a:t>突破天赋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63640" y="182880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雷楔存在期间再次施放星斗归位后的5秒内，刻晴获得雷元素附魔，普通攻击转化为雷元素伤害。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技能介绍 - 元素爆发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4560"/>
                </a:solidFill>
              </a:rPr>
              <a:t>天街巡游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刻晴的元素爆发技能，以极快的速度斩击周围的敌人，造成大量雷元素范围伤害。技能包含多段连斩伤害，最后一击会造成巨额伤害，是刻晴输出的核心技能之一。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4572000" cy="914400"/>
          </a:xfrm>
          <a:prstGeom prst="roundRect">
            <a:avLst>
              <a:gd name="adj" fmla="val 5000"/>
            </a:avLst>
          </a:prstGeom>
          <a:solidFill>
            <a:srgbClr val="0F3460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01752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D2FF"/>
                </a:solidFill>
              </a:rPr>
              <a:t>突破天赋「玉衡之贵」：施放天街巡游时，刻晴的暴击率提升15%，元素充能效率提升15%，持续8秒。</a:t>
            </a:r>
            <a:endParaRPr lang="en-US" sz="1100" dirty="0"/>
          </a:p>
        </p:txBody>
      </p:sp>
      <p:pic>
        <p:nvPicPr>
          <p:cNvPr id="8" name="Image 0" descr="/root/.iflow-bot/workspace/mybot/ppt/images/keqing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73152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命之座 - 金紫定垂座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41148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43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</a:rPr>
              <a:t>一命 · 雷厉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雷楔存在期间再次施放星斗归位时，在刻晴消失与出现的位置造成50%攻击力的雷元素范围伤害。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005840"/>
            <a:ext cx="41148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43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</a:rPr>
              <a:t>二命 · 苛捐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55448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刻晴普通攻击与重击命中受到雷元素影响的敌人时，有50%几率产生一个元素微粒。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926080"/>
            <a:ext cx="41148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063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</a:rPr>
              <a:t>四命 · 调律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47472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刻晴触发雷元素相关反应后的10秒内，攻击力提升25%。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2926080"/>
            <a:ext cx="41148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3063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</a:rPr>
              <a:t>六命 · 廉贞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47472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进行普通攻击、重击、施放元素战技或元素爆发时，获得6%雷元素伤害加成，持续8秒，各效果独立存在。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.iflow-bot/workspace/mybot/ppt/images/keqing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74320"/>
            <a:ext cx="3200400" cy="4572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0" y="4572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4560"/>
                </a:solidFill>
              </a:rPr>
              <a:t>战斗定位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365760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2D2FF"/>
                </a:solidFill>
              </a:rPr>
              <a:t>主C输出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657600" y="15544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刻晴作为雷元素单手剑角色，凭借高频的攻击和灵活的位移能力，非常适合担任队伍的主C输出位置。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0" y="2377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2D2FF"/>
                </a:solidFill>
              </a:rPr>
              <a:t>激化反应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657600" y="27432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配合草元素角色可以触发激化反应，大幅提升雷元素伤害，是目前最主流的配队方向。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0" y="3566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2D2FF"/>
                </a:solidFill>
              </a:rPr>
              <a:t>探索能力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657600" y="39319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星斗归位可以跨越地形障碍，是探索地图的利器。突破天赋「总务土地」还能缩短璃月探索派遣时间。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装备推荐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743200" cy="3474720"/>
          </a:xfrm>
          <a:prstGeom prst="roundRect">
            <a:avLst>
              <a:gd name="adj" fmla="val 3333"/>
            </a:avLst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97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</a:rPr>
              <a:t>武器推荐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1508760"/>
            <a:ext cx="2468880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645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五星：雾切之回光 · 磐岩结绿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四星：黑剑 · 笼钓瓶一心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9260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三星：黎明神剑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005840"/>
            <a:ext cx="2743200" cy="3474720"/>
          </a:xfrm>
          <a:prstGeom prst="roundRect">
            <a:avLst>
              <a:gd name="adj" fmla="val 3333"/>
            </a:avLst>
          </a:prstGeom>
          <a:solidFill>
            <a:srgbClr val="16213E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097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</a:rPr>
              <a:t>圣遗物套装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20440" y="1508760"/>
            <a:ext cx="2468880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645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主流：如雷的盛怒 4件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20440" y="22860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替代：饰金之梦 4件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0440" y="29260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其他：平雷4/角斗士2+如雷2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1005840"/>
            <a:ext cx="2743200" cy="3474720"/>
          </a:xfrm>
          <a:prstGeom prst="roundRect">
            <a:avLst>
              <a:gd name="adj" fmla="val 3333"/>
            </a:avLst>
          </a:prstGeom>
          <a:solidFill>
            <a:srgbClr val="16213E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1097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</a:rPr>
              <a:t>属性优先级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46520" y="1508760"/>
            <a:ext cx="2468880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1645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时之沙：攻击/精通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46520" y="22860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空之杯：雷伤加成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46520" y="29260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理之冠：暴击/暴伤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配队推荐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743200" cy="3474720"/>
          </a:xfrm>
          <a:prstGeom prst="roundRect">
            <a:avLst>
              <a:gd name="adj" fmla="val 3333"/>
            </a:avLst>
          </a:prstGeom>
          <a:solidFill>
            <a:srgbClr val="1A1A2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2743200" cy="73152"/>
          </a:xfrm>
          <a:prstGeom prst="rect">
            <a:avLst/>
          </a:prstGeom>
          <a:solidFill>
            <a:srgbClr val="A2D2F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43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2D2FF"/>
                </a:solidFill>
              </a:rPr>
              <a:t>激化队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</a:rPr>
              <a:t>刻晴 + 纳西妲 + 菲谢尔 + 钟离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D2FF"/>
                </a:solidFill>
              </a:rPr>
              <a:t>主C + 草副C + 雷副C + 盾辅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228600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利用草雷激化反应大幅提升输出，是目前最强的刻晴配队之一。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005840"/>
            <a:ext cx="2743200" cy="3474720"/>
          </a:xfrm>
          <a:prstGeom prst="roundRect">
            <a:avLst>
              <a:gd name="adj" fmla="val 3333"/>
            </a:avLst>
          </a:prstGeom>
          <a:solidFill>
            <a:srgbClr val="1A1A2E"/>
          </a:solidFill>
          <a:ln/>
        </p:spPr>
      </p:sp>
      <p:sp>
        <p:nvSpPr>
          <p:cNvPr id="11" name="Shape 9"/>
          <p:cNvSpPr/>
          <p:nvPr/>
        </p:nvSpPr>
        <p:spPr>
          <a:xfrm>
            <a:off x="3383280" y="1005840"/>
            <a:ext cx="2743200" cy="73152"/>
          </a:xfrm>
          <a:prstGeom prst="rect">
            <a:avLst/>
          </a:prstGeom>
          <a:solidFill>
            <a:srgbClr val="A2D2FF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143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2D2FF"/>
                </a:solidFill>
              </a:rPr>
              <a:t>超导物理队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0440" y="1554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</a:rPr>
              <a:t>刻晴 + 菲谢尔 + 罗莎莉亚 + 迪奥娜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20440" y="1965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D2FF"/>
                </a:solidFill>
              </a:rPr>
              <a:t>主C + 雷副C + 冰副C + 治疗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20440" y="228600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超导降低物抗，配合物理伤害加成圣遗物打出高额物理伤害。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1005840"/>
            <a:ext cx="2743200" cy="3474720"/>
          </a:xfrm>
          <a:prstGeom prst="roundRect">
            <a:avLst>
              <a:gd name="adj" fmla="val 3333"/>
            </a:avLst>
          </a:prstGeom>
          <a:solidFill>
            <a:srgbClr val="1A1A2E"/>
          </a:solidFill>
          <a:ln/>
        </p:spPr>
      </p:sp>
      <p:sp>
        <p:nvSpPr>
          <p:cNvPr id="17" name="Shape 15"/>
          <p:cNvSpPr/>
          <p:nvPr/>
        </p:nvSpPr>
        <p:spPr>
          <a:xfrm>
            <a:off x="6309360" y="1005840"/>
            <a:ext cx="2743200" cy="73152"/>
          </a:xfrm>
          <a:prstGeom prst="rect">
            <a:avLst/>
          </a:prstGeom>
          <a:solidFill>
            <a:srgbClr val="A2D2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1143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2D2FF"/>
                </a:solidFill>
              </a:rPr>
              <a:t>纯雷队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46520" y="1554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</a:rPr>
              <a:t>刻晴 + 菲谢尔 + 北斗 + 班尼特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46520" y="1965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D2FF"/>
                </a:solidFill>
              </a:rPr>
              <a:t>主C + 雷副C + 雷副C + 攻辅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46520" y="228600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双雷共鸣提升充能效率，班尼特提供攻击加成和治疗。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94560"/>
                </a:solidFill>
              </a:rPr>
              <a:t>感谢观看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刻晴 - 霆霓快雨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2D2FF"/>
                </a:solidFill>
              </a:rPr>
              <a:t>「人像是蛾子，总奔着名叫神仙的火光而去。但是我这光是自己点的。」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Genshin Impact © miHoYo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刻晴 - 霆霓快雨</dc:title>
  <dc:subject>原神角色介绍</dc:subject>
  <dc:creator>iFlow AI</dc:creator>
  <cp:lastModifiedBy>iFlow AI</cp:lastModifiedBy>
  <cp:revision>1</cp:revision>
  <dcterms:created xsi:type="dcterms:W3CDTF">2026-03-05T14:52:15Z</dcterms:created>
  <dcterms:modified xsi:type="dcterms:W3CDTF">2026-03-05T14:52:15Z</dcterms:modified>
</cp:coreProperties>
</file>